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11" d="100"/>
          <a:sy n="111" d="100"/>
        </p:scale>
        <p:origin x="11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850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61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1787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39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5295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7147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107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282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568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0365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6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926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74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39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631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063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1191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6817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124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226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04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8776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19458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346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205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992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877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EDE04F03-4BD6-C149-A310-79DF9CF3F840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5D730FCD-9C37-C84D-BD34-D1DC18B78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77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  <p:sldLayoutId id="2147483758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D395-2F95-2943-E7C0-E88BC4AE4C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Prototype of Application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8DC86-9654-EC5F-0D18-2CAA3B57B8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Will Be Designed as Shown is per </a:t>
            </a:r>
            <a:br>
              <a:rPr lang="en-US" dirty="0"/>
            </a:br>
            <a:r>
              <a:rPr lang="en-US" dirty="0"/>
              <a:t>RBAC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714CA2-1CB4-0DBC-105F-A0DEFCE5D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35" y="235976"/>
            <a:ext cx="1251857" cy="8073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86E1F2-1505-1A9E-784D-52317C43E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68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445338-B6C8-7998-2FD8-C4957CABD2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36" r="26571"/>
          <a:stretch>
            <a:fillRect/>
          </a:stretch>
        </p:blipFill>
        <p:spPr>
          <a:xfrm>
            <a:off x="3831265" y="603248"/>
            <a:ext cx="5103628" cy="59328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057E55-5403-F975-4779-A787960A3E81}"/>
              </a:ext>
            </a:extLst>
          </p:cNvPr>
          <p:cNvSpPr txBox="1"/>
          <p:nvPr/>
        </p:nvSpPr>
        <p:spPr>
          <a:xfrm>
            <a:off x="5341088" y="233916"/>
            <a:ext cx="181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Citizen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424789-3C62-1481-04EB-7E77FC034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5" y="235976"/>
            <a:ext cx="1251857" cy="8073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9BBDEF-56B6-566F-3711-CDE620E476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9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075A-69D7-B1F9-6487-BFC6840A6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B57388-A402-F1D4-BC45-BD3794C113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39" r="26539"/>
          <a:stretch/>
        </p:blipFill>
        <p:spPr>
          <a:xfrm>
            <a:off x="3831265" y="603248"/>
            <a:ext cx="5103628" cy="59328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64818C-AFE6-C2C5-64E6-D6EAF0E4E296}"/>
              </a:ext>
            </a:extLst>
          </p:cNvPr>
          <p:cNvSpPr txBox="1"/>
          <p:nvPr/>
        </p:nvSpPr>
        <p:spPr>
          <a:xfrm>
            <a:off x="4712429" y="137272"/>
            <a:ext cx="3341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Supervisor /contractor Interface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68A1B4-6B01-C1EA-F6A6-82437A45E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5" y="235976"/>
            <a:ext cx="1251857" cy="8073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E88DC8-94F9-4420-089A-E7066AEAFA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8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3CFE5-0494-07B9-21D4-483AC14B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38D61E-6C66-258C-D392-6684B5ECCD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39" r="26539"/>
          <a:stretch/>
        </p:blipFill>
        <p:spPr>
          <a:xfrm>
            <a:off x="3831265" y="603248"/>
            <a:ext cx="5103628" cy="59328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216F6C-B59B-1552-4132-5DD7D39AB795}"/>
              </a:ext>
            </a:extLst>
          </p:cNvPr>
          <p:cNvSpPr txBox="1"/>
          <p:nvPr/>
        </p:nvSpPr>
        <p:spPr>
          <a:xfrm>
            <a:off x="5289785" y="137272"/>
            <a:ext cx="16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HOD Interface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3909C5-CC26-7B44-AEFB-1AF7DF05E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5" y="235976"/>
            <a:ext cx="1251857" cy="8073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FF1D1D-F46A-B5AE-6840-652CE8347A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809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0D8BD-48A7-7F30-4FF7-5BBFA77E4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A3FB17-E02E-0AAA-E6FD-EA7D29603A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39" r="26539"/>
          <a:stretch/>
        </p:blipFill>
        <p:spPr>
          <a:xfrm>
            <a:off x="3831265" y="603248"/>
            <a:ext cx="5103628" cy="59328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5F48D0-4C2A-EDCC-571F-34C824362FB4}"/>
              </a:ext>
            </a:extLst>
          </p:cNvPr>
          <p:cNvSpPr txBox="1"/>
          <p:nvPr/>
        </p:nvSpPr>
        <p:spPr>
          <a:xfrm>
            <a:off x="5045236" y="137272"/>
            <a:ext cx="284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District president Interface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78DEEB-4090-1B76-E5BF-AE3E0BDBA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5" y="282276"/>
            <a:ext cx="1251857" cy="8073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D496B-EA5F-3B03-B4F1-71B35F210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92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F2391-05EC-95B4-B97F-F7F6FABA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E52374-9A0D-77FE-2AF7-6751064555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39" r="26539"/>
          <a:stretch/>
        </p:blipFill>
        <p:spPr>
          <a:xfrm>
            <a:off x="3831265" y="603248"/>
            <a:ext cx="5103628" cy="59328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B0C97B-4230-8DED-71AF-3101B065CE01}"/>
              </a:ext>
            </a:extLst>
          </p:cNvPr>
          <p:cNvSpPr txBox="1"/>
          <p:nvPr/>
        </p:nvSpPr>
        <p:spPr>
          <a:xfrm>
            <a:off x="5580263" y="137272"/>
            <a:ext cx="1605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MLA Interface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EC7F34-3B25-5424-27FC-66857B785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5" y="235976"/>
            <a:ext cx="1251857" cy="8073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FEB644-F9D5-BD38-CB90-619599B5B4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3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0C15A-6A5B-5A26-8ABF-3EBEC75E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E6C352-238B-9E0F-FE88-7D1A98D3998B}"/>
              </a:ext>
            </a:extLst>
          </p:cNvPr>
          <p:cNvSpPr txBox="1"/>
          <p:nvPr/>
        </p:nvSpPr>
        <p:spPr>
          <a:xfrm>
            <a:off x="5580263" y="658267"/>
            <a:ext cx="1619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Interface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5A99FF-0EE4-B476-BDF3-BE5E61BEB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09255"/>
            <a:ext cx="7772400" cy="42394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F54E3D-6CF8-81AE-3DEA-91455C48C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5" y="235976"/>
            <a:ext cx="1251857" cy="8073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4CFCE7-A51F-A225-57A3-8CD986E3C5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210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E7A10-B177-99DB-D78F-AA21D8D85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84AAC7-40E5-7884-D1DF-BCA4522E754E}"/>
              </a:ext>
            </a:extLst>
          </p:cNvPr>
          <p:cNvSpPr txBox="1"/>
          <p:nvPr/>
        </p:nvSpPr>
        <p:spPr>
          <a:xfrm>
            <a:off x="5580263" y="658267"/>
            <a:ext cx="1619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Interface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E17C0E-B26A-411E-CE24-C71968300C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09801" y="1309255"/>
            <a:ext cx="7772398" cy="42394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DF0DA2-0CC3-1B43-A5F1-180114D75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5" y="235976"/>
            <a:ext cx="1251857" cy="8073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C8986A-1BB1-0032-5AE0-47C75887F2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50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3E3FE-97F4-D13F-7387-7376CD5A8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47E57E-40F3-B462-703D-ECCD88D7102A}"/>
              </a:ext>
            </a:extLst>
          </p:cNvPr>
          <p:cNvSpPr txBox="1"/>
          <p:nvPr/>
        </p:nvSpPr>
        <p:spPr>
          <a:xfrm>
            <a:off x="5580263" y="658267"/>
            <a:ext cx="1619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Interface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21A048-595F-842C-8BAC-E8B2FA6A05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09801" y="1309255"/>
            <a:ext cx="7772398" cy="42394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152BF2-3A80-0C84-2B7F-1AF88A9D2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5" y="235976"/>
            <a:ext cx="1251857" cy="8073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D007D4-B34D-6AD3-8EF8-18B8A3CCB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905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596E-CAB8-A24F-2733-7073D282A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7E2818-83A7-7E48-BE9A-3764232B47E1}"/>
              </a:ext>
            </a:extLst>
          </p:cNvPr>
          <p:cNvSpPr txBox="1"/>
          <p:nvPr/>
        </p:nvSpPr>
        <p:spPr>
          <a:xfrm>
            <a:off x="5580263" y="658267"/>
            <a:ext cx="1619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Web Interface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6C85D6-A925-8BF0-A7D0-BFD868C6DD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09802" y="1309255"/>
            <a:ext cx="7772396" cy="42394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DEA4D9-E906-8BB7-0E87-CCE285B43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5" y="235976"/>
            <a:ext cx="1251857" cy="8073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24C75A-4E5E-6F05-C29C-99EBE8BEEE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21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3DC3E-B3C4-4D33-A4FC-CE0DDF55F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84F805-4A31-6734-7A74-456BFABF8D51}"/>
              </a:ext>
            </a:extLst>
          </p:cNvPr>
          <p:cNvSpPr txBox="1"/>
          <p:nvPr/>
        </p:nvSpPr>
        <p:spPr>
          <a:xfrm>
            <a:off x="5580263" y="658267"/>
            <a:ext cx="161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Web Interface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E1E3D3-E847-0529-A653-100385E153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09802" y="1309255"/>
            <a:ext cx="7772396" cy="423948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556381-327C-2517-9D1E-230F20F6B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35" y="235976"/>
            <a:ext cx="1251857" cy="8073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E660DA-B060-5F24-EC47-A5A14E2CB6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65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30655D-6D77-8807-A464-5B732FBA8FEB}"/>
              </a:ext>
            </a:extLst>
          </p:cNvPr>
          <p:cNvSpPr txBox="1"/>
          <p:nvPr/>
        </p:nvSpPr>
        <p:spPr>
          <a:xfrm>
            <a:off x="1063255" y="1871329"/>
            <a:ext cx="9016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simple view point of the project is displayed further as part of hackathon we will be developing same like </a:t>
            </a:r>
            <a:br>
              <a:rPr lang="en-US" dirty="0"/>
            </a:br>
            <a:r>
              <a:rPr lang="en-US" dirty="0"/>
              <a:t>system for problem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580764-76E5-8A15-3F24-EFA9C138E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35" y="235976"/>
            <a:ext cx="1251857" cy="80733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3C7840-8751-27C4-D1DD-19F8D6075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91863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59</Words>
  <Application>Microsoft Macintosh PowerPoint</Application>
  <PresentationFormat>Widescreen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 Light</vt:lpstr>
      <vt:lpstr>Arial</vt:lpstr>
      <vt:lpstr>Walbaum Display</vt:lpstr>
      <vt:lpstr>Shoji</vt:lpstr>
      <vt:lpstr>Prototype of Application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Kulkarni</dc:creator>
  <cp:lastModifiedBy>Pratik Kulkarni</cp:lastModifiedBy>
  <cp:revision>2</cp:revision>
  <dcterms:created xsi:type="dcterms:W3CDTF">2026-09-26T16:23:39Z</dcterms:created>
  <dcterms:modified xsi:type="dcterms:W3CDTF">2026-09-26T16:51:39Z</dcterms:modified>
</cp:coreProperties>
</file>